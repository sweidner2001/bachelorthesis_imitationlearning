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64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FDFEA2-61DD-670D-3BB8-3122266E11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B492267-264B-3801-60FE-99FAEE4ED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85CD16-C165-87B5-5DBD-D0511EFC8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5928917-F955-95BF-EE58-6405DA677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BED9E38-75F0-BB1E-F4A4-958DE124C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787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E1EB63-68C5-C83C-0B7A-7E2B79804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D756A1-8843-9670-37D5-A44B63786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22BF8C-A885-A122-44F6-522CC9A53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3206209-E5F5-E350-A152-16B811547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3DFCE5C-76AC-B0A1-58BA-8DA84DA3D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17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6B7FA7-4891-E77F-221F-AB56088FD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D931E4-813D-9DEF-95AF-C32E52CD86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FCA75C-3DE2-9B43-60E0-408EEA64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6B2DC7-A057-7B93-A949-3CCE99E2E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09D11F2-2FE9-FA8B-7F2B-D5982E451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717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9F45C5-01E6-14E6-B6C6-0073DED3B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7ADA03-9177-7324-6A70-897F0DC94A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901D34F-07DE-3DDB-8CCC-53EFDD53F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6741BC8-F4BA-7083-0FFC-77ED1BA18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E6ED970-0277-7B46-0C9D-23F456545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035C50A-924E-C5B6-41FB-E6B027AA5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AF6653-5E34-4361-CE2D-7C9DBC9CA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5928CF6-0ECB-F2C0-5B9D-1AFFC00111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6B97D08-0DF5-0A2B-E70E-A398D42C5C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99D98BC-6E17-877B-1C47-8BEA794D69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EC35B8A-7B8B-A5F1-CB57-3CAC27F28F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417EBE-EED3-1461-95C5-52555FD9A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564A644-F4F0-9F28-E07C-71525C355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F1C6FEE-CBC1-2FF7-BAC0-73F33D553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874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E8D38C-6258-24FA-2EDE-E62410306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67043C8-A057-B77A-1771-4D40A5926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7F7583A-42DC-E063-548D-0674941F5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98EFE2-7430-A2FF-6553-93A5EE0B3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278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09D0E71-0A35-3814-9CF4-81EEF2D1D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FFC39DB-D245-6F8C-F1A2-1611F0E8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9B599B-73AA-3E03-7D6E-610BF8476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738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657F2-9567-EC79-4541-0F596A985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94570-C330-D088-1B89-D88712AFF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ADE2E40-AF8D-34F8-9F1A-25CDC52CEC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67CAA72-9EC7-3CA5-3A57-4D3EE6461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EF8F8CA-1AFE-CC78-9136-50A63807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9D47CB-4F9B-D1F0-A2E3-21251932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995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7E40D4-0DE2-3A6E-3DCF-34D64155F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EE9E509-254A-98F8-5036-E4117502E3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C996AF-F241-814A-1D22-DD8F64CC61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27864ED-28C7-469C-D908-FE5F8A470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3E6FC82-19E3-03C4-9C9F-40D017F45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D1B5004-133C-2998-C2B2-B9C322A7F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030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A7460B-F3F3-92EF-EC97-485E3C515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F85FA79-F9B0-2C4A-5A8B-FC810CAC55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26B113-5816-C6BA-4576-B51A345C7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23C1438-3FBF-B416-4963-38699CFE7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0C891C-3281-049D-C271-F663162C3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24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E2F037-6695-CD13-F538-1FE677CA24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EFF1CBC-6D44-25A1-663A-04894E644A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BD382D2-7985-BC01-7CC4-ACA00ABC1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BD4060-04A3-7C97-A2F4-420C0557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CE281A-9FD9-3DCC-92E6-E9BA6C42E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446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7C757A4-4F80-5B35-F017-0F79571F2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6D7A322-F4E1-A4E9-6F8C-0936642730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F81CD7-B46B-B926-B7CD-901C1DA5F5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EBFEE7-7531-4E77-B4BF-D2DE7961ABD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F63C63-A74D-0FF5-3C62-97BC753C12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F2D796-C061-1C24-7209-CCDB99E380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4302B7-749F-4324-BBBB-05DA320854B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41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1170A5D3-24EF-7872-6872-C911A00EB4BB}"/>
              </a:ext>
            </a:extLst>
          </p:cNvPr>
          <p:cNvGrpSpPr/>
          <p:nvPr/>
        </p:nvGrpSpPr>
        <p:grpSpPr>
          <a:xfrm>
            <a:off x="905515" y="1701101"/>
            <a:ext cx="4580017" cy="2286198"/>
            <a:chOff x="905515" y="1701101"/>
            <a:chExt cx="4580017" cy="2286198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6FB63D61-ACE0-23D9-8580-89C6883C7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5515" y="1769687"/>
              <a:ext cx="2263336" cy="2217612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2D9503F9-167B-4877-2801-6567BBB8EB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68851" y="1701101"/>
              <a:ext cx="2316681" cy="2286198"/>
            </a:xfrm>
            <a:prstGeom prst="rect">
              <a:avLst/>
            </a:prstGeom>
          </p:spPr>
        </p:pic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202DAB6A-488D-6CEA-AA23-D3BAB199303F}"/>
              </a:ext>
            </a:extLst>
          </p:cNvPr>
          <p:cNvGrpSpPr/>
          <p:nvPr/>
        </p:nvGrpSpPr>
        <p:grpSpPr>
          <a:xfrm>
            <a:off x="6736953" y="1731584"/>
            <a:ext cx="4602879" cy="2316680"/>
            <a:chOff x="6736953" y="1731584"/>
            <a:chExt cx="4602879" cy="2316680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C77E7FA0-858B-6E12-8810-63FC84A3CB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23151" y="1731584"/>
              <a:ext cx="2316681" cy="2255715"/>
            </a:xfrm>
            <a:prstGeom prst="rect">
              <a:avLst/>
            </a:prstGeom>
          </p:spPr>
        </p:pic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ED25A603-CC46-A955-9094-950F29E134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36953" y="1769687"/>
              <a:ext cx="2286198" cy="227857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77082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Weidner</dc:creator>
  <cp:lastModifiedBy>Sebastian Weidner</cp:lastModifiedBy>
  <cp:revision>1</cp:revision>
  <dcterms:created xsi:type="dcterms:W3CDTF">2026-04-27T14:04:47Z</dcterms:created>
  <dcterms:modified xsi:type="dcterms:W3CDTF">2026-04-27T14:06:56Z</dcterms:modified>
</cp:coreProperties>
</file>