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8EDEE-A7F7-44AA-B89F-6F0A5CFB3B5C}" v="5" dt="2026-05-26T16:11:58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66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Weidner" userId="101dffdc101332ca" providerId="LiveId" clId="{ACF21893-0E61-493C-91F1-69A518166014}"/>
    <pc:docChg chg="undo custSel addSld modSld">
      <pc:chgData name="Sebastian Weidner" userId="101dffdc101332ca" providerId="LiveId" clId="{ACF21893-0E61-493C-91F1-69A518166014}" dt="2026-05-26T16:11:58.852" v="26" actId="164"/>
      <pc:docMkLst>
        <pc:docMk/>
      </pc:docMkLst>
      <pc:sldChg chg="addSp delSp modSp new mod">
        <pc:chgData name="Sebastian Weidner" userId="101dffdc101332ca" providerId="LiveId" clId="{ACF21893-0E61-493C-91F1-69A518166014}" dt="2026-05-26T16:11:58.852" v="26" actId="164"/>
        <pc:sldMkLst>
          <pc:docMk/>
          <pc:sldMk cId="2802566386" sldId="257"/>
        </pc:sldMkLst>
        <pc:spChg chg="del">
          <ac:chgData name="Sebastian Weidner" userId="101dffdc101332ca" providerId="LiveId" clId="{ACF21893-0E61-493C-91F1-69A518166014}" dt="2026-05-26T16:10:31.467" v="4" actId="478"/>
          <ac:spMkLst>
            <pc:docMk/>
            <pc:sldMk cId="2802566386" sldId="257"/>
            <ac:spMk id="2" creationId="{0364417D-AEB6-18CE-CB70-2BB25E501225}"/>
          </ac:spMkLst>
        </pc:spChg>
        <pc:spChg chg="del">
          <ac:chgData name="Sebastian Weidner" userId="101dffdc101332ca" providerId="LiveId" clId="{ACF21893-0E61-493C-91F1-69A518166014}" dt="2026-05-26T16:10:30.715" v="3" actId="478"/>
          <ac:spMkLst>
            <pc:docMk/>
            <pc:sldMk cId="2802566386" sldId="257"/>
            <ac:spMk id="3" creationId="{B4779A75-70C4-D4A3-695A-AEE19D5E4D7B}"/>
          </ac:spMkLst>
        </pc:spChg>
        <pc:spChg chg="add del mod">
          <ac:chgData name="Sebastian Weidner" userId="101dffdc101332ca" providerId="LiveId" clId="{ACF21893-0E61-493C-91F1-69A518166014}" dt="2026-05-26T16:11:04.439" v="6" actId="478"/>
          <ac:spMkLst>
            <pc:docMk/>
            <pc:sldMk cId="2802566386" sldId="257"/>
            <ac:spMk id="6" creationId="{E094E92D-94E0-64FE-F338-3340917A4E20}"/>
          </ac:spMkLst>
        </pc:spChg>
        <pc:spChg chg="add mod">
          <ac:chgData name="Sebastian Weidner" userId="101dffdc101332ca" providerId="LiveId" clId="{ACF21893-0E61-493C-91F1-69A518166014}" dt="2026-05-26T16:10:25.090" v="2"/>
          <ac:spMkLst>
            <pc:docMk/>
            <pc:sldMk cId="2802566386" sldId="257"/>
            <ac:spMk id="7" creationId="{34DB6C5C-A157-801E-42A6-DA9132696BF2}"/>
          </ac:spMkLst>
        </pc:spChg>
        <pc:spChg chg="add mod">
          <ac:chgData name="Sebastian Weidner" userId="101dffdc101332ca" providerId="LiveId" clId="{ACF21893-0E61-493C-91F1-69A518166014}" dt="2026-05-26T16:11:58.852" v="26" actId="164"/>
          <ac:spMkLst>
            <pc:docMk/>
            <pc:sldMk cId="2802566386" sldId="257"/>
            <ac:spMk id="10" creationId="{4738F532-37AA-B31F-C642-7E7D39F7C6C8}"/>
          </ac:spMkLst>
        </pc:spChg>
        <pc:grpChg chg="add mod">
          <ac:chgData name="Sebastian Weidner" userId="101dffdc101332ca" providerId="LiveId" clId="{ACF21893-0E61-493C-91F1-69A518166014}" dt="2026-05-26T16:11:58.852" v="26" actId="164"/>
          <ac:grpSpMkLst>
            <pc:docMk/>
            <pc:sldMk cId="2802566386" sldId="257"/>
            <ac:grpSpMk id="11" creationId="{F0ADB6FD-F483-DD39-484A-A1D2EFEB0FDA}"/>
          </ac:grpSpMkLst>
        </pc:grpChg>
        <pc:picChg chg="add del mod">
          <ac:chgData name="Sebastian Weidner" userId="101dffdc101332ca" providerId="LiveId" clId="{ACF21893-0E61-493C-91F1-69A518166014}" dt="2026-05-26T16:11:04.439" v="6" actId="478"/>
          <ac:picMkLst>
            <pc:docMk/>
            <pc:sldMk cId="2802566386" sldId="257"/>
            <ac:picMk id="4" creationId="{B3EB2568-504A-724F-B4E6-2501B83CE935}"/>
          </ac:picMkLst>
        </pc:picChg>
        <pc:picChg chg="add del mod">
          <ac:chgData name="Sebastian Weidner" userId="101dffdc101332ca" providerId="LiveId" clId="{ACF21893-0E61-493C-91F1-69A518166014}" dt="2026-05-26T16:11:04.439" v="6" actId="478"/>
          <ac:picMkLst>
            <pc:docMk/>
            <pc:sldMk cId="2802566386" sldId="257"/>
            <ac:picMk id="5" creationId="{B098256C-626C-0AA1-E760-285107C47CD0}"/>
          </ac:picMkLst>
        </pc:picChg>
        <pc:picChg chg="add mod">
          <ac:chgData name="Sebastian Weidner" userId="101dffdc101332ca" providerId="LiveId" clId="{ACF21893-0E61-493C-91F1-69A518166014}" dt="2026-05-26T16:11:58.852" v="26" actId="164"/>
          <ac:picMkLst>
            <pc:docMk/>
            <pc:sldMk cId="2802566386" sldId="257"/>
            <ac:picMk id="8" creationId="{4AF4DBB6-1EBA-A356-1587-8C421228B618}"/>
          </ac:picMkLst>
        </pc:picChg>
        <pc:picChg chg="add mod">
          <ac:chgData name="Sebastian Weidner" userId="101dffdc101332ca" providerId="LiveId" clId="{ACF21893-0E61-493C-91F1-69A518166014}" dt="2026-05-26T16:11:58.852" v="26" actId="164"/>
          <ac:picMkLst>
            <pc:docMk/>
            <pc:sldMk cId="2802566386" sldId="257"/>
            <ac:picMk id="9" creationId="{59BD2A3B-A91F-CC3C-DB58-80F6993E44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DFEA2-61DD-670D-3BB8-3122266E1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492267-264B-3801-60FE-99FAEE4ED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85CD16-C165-87B5-5DBD-D0511EFC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928917-F955-95BF-EE58-6405DA67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ED9E38-75F0-BB1E-F4A4-958DE124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8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1EB63-68C5-C83C-0B7A-7E2B7980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D756A1-8843-9670-37D5-A44B6378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22BF8C-A885-A122-44F6-522CC9A5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206209-E5F5-E350-A152-16B81154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DFCE5C-76AC-B0A1-58BA-8DA84DA3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B7FA7-4891-E77F-221F-AB56088F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D931E4-813D-9DEF-95AF-C32E52CD8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FCA75C-3DE2-9B43-60E0-408EEA64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6B2DC7-A057-7B93-A949-3CCE99E2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9D11F2-2FE9-FA8B-7F2B-D5982E45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1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F45C5-01E6-14E6-B6C6-0073DED3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7ADA03-9177-7324-6A70-897F0DC94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01D34F-07DE-3DDB-8CCC-53EFDD53F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741BC8-F4BA-7083-0FFC-77ED1BA1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6ED970-0277-7B46-0C9D-23F45654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35C50A-924E-C5B6-41FB-E6B027AA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F6653-5E34-4361-CE2D-7C9DBC9C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28CF6-0ECB-F2C0-5B9D-1AFFC0011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B97D08-0DF5-0A2B-E70E-A398D42C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9D98BC-6E17-877B-1C47-8BEA794D6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EC35B8A-7B8B-A5F1-CB57-3CAC27F28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417EBE-EED3-1461-95C5-52555FD9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64A644-F4F0-9F28-E07C-71525C35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F1C6FEE-CBC1-2FF7-BAC0-73F33D55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7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8D38C-6258-24FA-2EDE-E6241030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043C8-A057-B77A-1771-4D40A59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F7583A-42DC-E063-548D-0674941F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98EFE2-7430-A2FF-6553-93A5EE0B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7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09D0E71-0A35-3814-9CF4-81EEF2D1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FC39DB-D245-6F8C-F1A2-1611F0E8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9B599B-73AA-3E03-7D6E-610BF847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657F2-9567-EC79-4541-0F596A98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394570-C330-D088-1B89-D88712AF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DE2E40-AF8D-34F8-9F1A-25CDC52CE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7CAA72-9EC7-3CA5-3A57-4D3EE646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F8F8CA-1AFE-CC78-9136-50A63807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9D47CB-4F9B-D1F0-A2E3-21251932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9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7E40D4-0DE2-3A6E-3DCF-34D64155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E9E509-254A-98F8-5036-E4117502E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C996AF-F241-814A-1D22-DD8F64CC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7864ED-28C7-469C-D908-FE5F8A47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E6FC82-19E3-03C4-9C9F-40D017F4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1B5004-133C-2998-C2B2-B9C322A7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3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7460B-F3F3-92EF-EC97-485E3C51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85FA79-F9B0-2C4A-5A8B-FC810CAC5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26B113-5816-C6BA-4576-B51A345C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3C1438-3FBF-B416-4963-38699CFE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0C891C-3281-049D-C271-F663162C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E2F037-6695-CD13-F538-1FE677CA2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FF1CBC-6D44-25A1-663A-04894E644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D382D2-7985-BC01-7CC4-ACA00ABC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BD4060-04A3-7C97-A2F4-420C0557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CE281A-9FD9-3DCC-92E6-E9BA6C42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4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7C757A4-4F80-5B35-F017-0F79571F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D7A322-F4E1-A4E9-6F8C-093664273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F81CD7-B46B-B926-B7CD-901C1DA5F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BFEE7-7531-4E77-B4BF-D2DE7961ABD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F63C63-A74D-0FF5-3C62-97BC753C1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F2D796-C061-1C24-7209-CCDB99E38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302B7-749F-4324-BBBB-05DA320854B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170A5D3-24EF-7872-6872-C911A00EB4BB}"/>
              </a:ext>
            </a:extLst>
          </p:cNvPr>
          <p:cNvGrpSpPr/>
          <p:nvPr/>
        </p:nvGrpSpPr>
        <p:grpSpPr>
          <a:xfrm>
            <a:off x="905515" y="1701101"/>
            <a:ext cx="4580017" cy="2286198"/>
            <a:chOff x="905515" y="1701101"/>
            <a:chExt cx="4580017" cy="228619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FB63D61-ACE0-23D9-8580-89C6883C7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15" y="1769687"/>
              <a:ext cx="2263336" cy="2217612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D9503F9-167B-4877-2801-6567BBB8E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8851" y="1701101"/>
              <a:ext cx="2316681" cy="2286198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02DAB6A-488D-6CEA-AA23-D3BAB199303F}"/>
              </a:ext>
            </a:extLst>
          </p:cNvPr>
          <p:cNvGrpSpPr/>
          <p:nvPr/>
        </p:nvGrpSpPr>
        <p:grpSpPr>
          <a:xfrm>
            <a:off x="6736953" y="1731584"/>
            <a:ext cx="4602879" cy="2316680"/>
            <a:chOff x="6736953" y="1731584"/>
            <a:chExt cx="4602879" cy="231668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C77E7FA0-858B-6E12-8810-63FC84A3C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3151" y="1731584"/>
              <a:ext cx="2316681" cy="2255715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ED25A603-CC46-A955-9094-950F29E13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6953" y="1769687"/>
              <a:ext cx="2286198" cy="22785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7082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0ADB6FD-F483-DD39-484A-A1D2EFEB0FDA}"/>
              </a:ext>
            </a:extLst>
          </p:cNvPr>
          <p:cNvGrpSpPr/>
          <p:nvPr/>
        </p:nvGrpSpPr>
        <p:grpSpPr>
          <a:xfrm>
            <a:off x="488354" y="1551464"/>
            <a:ext cx="10810767" cy="4757084"/>
            <a:chOff x="488354" y="1551464"/>
            <a:chExt cx="10810767" cy="4757084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4AF4DBB6-1EBA-A356-1587-8C421228B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520"/>
            <a:stretch>
              <a:fillRect/>
            </a:stretch>
          </p:blipFill>
          <p:spPr>
            <a:xfrm>
              <a:off x="6622739" y="1551464"/>
              <a:ext cx="4676382" cy="4757084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9BD2A3B-A91F-CC3C-DB58-80F6993E4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9460"/>
            <a:stretch>
              <a:fillRect/>
            </a:stretch>
          </p:blipFill>
          <p:spPr>
            <a:xfrm>
              <a:off x="488354" y="3281448"/>
              <a:ext cx="4676382" cy="1245018"/>
            </a:xfrm>
            <a:prstGeom prst="rect">
              <a:avLst/>
            </a:prstGeom>
          </p:spPr>
        </p:pic>
        <p:sp>
          <p:nvSpPr>
            <p:cNvPr id="10" name="Pfeil: nach rechts 9">
              <a:extLst>
                <a:ext uri="{FF2B5EF4-FFF2-40B4-BE49-F238E27FC236}">
                  <a16:creationId xmlns:a16="http://schemas.microsoft.com/office/drawing/2014/main" id="{4738F532-37AA-B31F-C642-7E7D39F7C6C8}"/>
                </a:ext>
              </a:extLst>
            </p:cNvPr>
            <p:cNvSpPr/>
            <p:nvPr/>
          </p:nvSpPr>
          <p:spPr bwMode="gray">
            <a:xfrm>
              <a:off x="5455920" y="3697494"/>
              <a:ext cx="938198" cy="412926"/>
            </a:xfrm>
            <a:prstGeom prst="rightArrow">
              <a:avLst/>
            </a:prstGeom>
            <a:solidFill>
              <a:srgbClr val="F19400"/>
            </a:solidFill>
            <a:ln w="254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ta OT" panose="020B05040301010201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56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Meta OT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Weidner</dc:creator>
  <cp:lastModifiedBy>Sebastian Weidner</cp:lastModifiedBy>
  <cp:revision>1</cp:revision>
  <dcterms:created xsi:type="dcterms:W3CDTF">2026-04-27T14:04:47Z</dcterms:created>
  <dcterms:modified xsi:type="dcterms:W3CDTF">2026-05-26T16:12:02Z</dcterms:modified>
</cp:coreProperties>
</file>